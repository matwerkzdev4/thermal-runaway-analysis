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5E5FE-9B6F-3E0D-2A3B-91B119956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E946B-47FA-CC84-0D32-4CDE67776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85553-73E4-ED75-0056-F63FB7505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E2AD-FDCF-4866-99DE-772DC0EF7739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BDA7E-BF8E-311F-C086-A09B1816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66586-F5B6-99F7-C9A3-1FAE02B91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E6532-FF97-4A9B-88B7-4EB5ABCDE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04181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1275-9D89-089A-C739-C3B18338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E6977-8F83-58E8-A7A1-EABE83799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AC805-C66C-6B60-2B10-BBF5A69C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E2AD-FDCF-4866-99DE-772DC0EF7739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1C6F7-D945-1E88-03F2-AE5C70F0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3793C-FD01-2F55-7A6F-127BA631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E6532-FF97-4A9B-88B7-4EB5ABCDE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9293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F6CB-451A-87D7-202B-50E36302B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49469-FB48-C59A-FD78-21E13351C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CBDA0-AC66-63A0-6203-23C6C36A5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E2AD-FDCF-4866-99DE-772DC0EF7739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22776-96A6-71C8-A922-521D1FC0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65C7F-C680-90A7-3DD0-63129814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E6532-FF97-4A9B-88B7-4EB5ABCDE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7038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4EBB-D842-9D69-4874-4FF772CED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5FBC2-1779-F76D-C66C-297E42E644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9ED5C5-D003-5BA2-018F-672165295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6A910-37F6-DF5A-0CAD-3E4B971F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E2AD-FDCF-4866-99DE-772DC0EF7739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66410-3C24-C677-5C97-30846BAD1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5832D-DA4E-8143-453B-6AD96BD9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E6532-FF97-4A9B-88B7-4EB5ABCDE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6763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C53F8-E2A8-88C2-3F77-B5B90CE7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D5B4B-FBBD-93D3-86E4-2C4612AD9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5683F-FD35-FB9A-28FD-5731DC0EE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EEBA9-7327-245D-91A8-FEB7EFC88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032D1-7979-4C70-38EC-A0A03B4B3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22C1C6-DD4D-62FC-5F9A-69C26DE2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E2AD-FDCF-4866-99DE-772DC0EF7739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9771C-02F7-EB82-7FEE-B530F36B1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8519D8-2570-4B63-4F83-A7FD6E41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E6532-FF97-4A9B-88B7-4EB5ABCDE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044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2F61-B5D0-51F6-FD11-B2F94893B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14F480-DBC4-7ACB-3963-055B292F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E2AD-FDCF-4866-99DE-772DC0EF7739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05360-450B-EC45-B0E8-C6BC2D012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D1EFA-9D81-7BA7-DEC6-4A188C1EB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E6532-FF97-4A9B-88B7-4EB5ABCDE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08874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85EAE5-1C08-0E17-1E0F-663B4D046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E2AD-FDCF-4866-99DE-772DC0EF7739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E1D249-A85B-F6ED-04B8-023C410C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9DFC8-8E8E-E7AB-8CD0-5A952EB7F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E6532-FF97-4A9B-88B7-4EB5ABCDE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4735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2C906-B001-1E90-A2EA-4DFAB7EF1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153B2-7663-3045-4B16-1F9640FC0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6CAFC-E488-9891-0879-F9208BFC2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6F9FB-0747-CF04-77D7-74628E07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E2AD-FDCF-4866-99DE-772DC0EF7739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F19C1-93B6-4A40-9B4C-4307E9280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7E87B9-41F7-1125-FE8C-0D55AEAF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E6532-FF97-4A9B-88B7-4EB5ABCDE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8382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370AC-154D-0669-FC44-A9C59E12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B1D78A-C4E1-56CA-27D4-A5AB35150B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95948-1D71-360A-5C0B-3675805FC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A8E05-1546-CE10-44F1-91BCC53F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E2AD-FDCF-4866-99DE-772DC0EF7739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DDE25-880E-CE04-56EC-9D6F2768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E16B4-6CC5-7EF0-E433-C15359B43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E6532-FF97-4A9B-88B7-4EB5ABCDE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1433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38E4B-4514-98BF-3A32-24F3B6BBA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09B0BF-EC79-785E-B63D-3DFAFE47B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F3744-EB03-CC10-7904-E5EBE5B53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E2AD-FDCF-4866-99DE-772DC0EF7739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0B21-F190-9DCC-EDA6-07B672B9C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1A3E5-8ED7-836D-BD9A-BED25F2C6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E6532-FF97-4A9B-88B7-4EB5ABCDE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589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FE74FA-3634-7784-7D13-AEBBE016B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21418-9D26-5671-B62F-2512AF345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7DC72-7536-ECC9-D695-DC2261A8C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3E2AD-FDCF-4866-99DE-772DC0EF7739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3D353-2ADD-F6BE-4F6B-6F6B54E9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76E49-8BD6-E0C8-82C5-A6E710D9F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E6532-FF97-4A9B-88B7-4EB5ABCDE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974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DD25AD-BB30-4A33-A647-28027C097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F71E0-8BB5-0952-8907-7D7CA5D3A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1DAAC-FACF-1BC5-E5B6-C259F9FCB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C3E2AD-FDCF-4866-99DE-772DC0EF7739}" type="datetimeFigureOut">
              <a:rPr lang="en-SG" smtClean="0"/>
              <a:t>13/5/2026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A4206-2CB1-28C8-8552-7D922B66BE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F10CE-ADA7-2666-3A5E-00E38CF82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E6532-FF97-4A9B-88B7-4EB5ABCDED4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56185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>
            <a:extLst>
              <a:ext uri="{FF2B5EF4-FFF2-40B4-BE49-F238E27FC236}">
                <a16:creationId xmlns:a16="http://schemas.microsoft.com/office/drawing/2014/main" id="{8567F05B-F21B-331A-1F61-294B188B2546}"/>
              </a:ext>
            </a:extLst>
          </p:cNvPr>
          <p:cNvSpPr txBox="1"/>
          <p:nvPr/>
        </p:nvSpPr>
        <p:spPr>
          <a:xfrm>
            <a:off x="256001" y="4653547"/>
            <a:ext cx="538628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b="1" dirty="0"/>
              <a:t>Legend</a:t>
            </a:r>
          </a:p>
          <a:p>
            <a:r>
              <a:rPr lang="en-SG" dirty="0"/>
              <a:t>Blue: CATL 117Ah 3.7V batteries</a:t>
            </a:r>
          </a:p>
          <a:p>
            <a:r>
              <a:rPr lang="en-SG" dirty="0"/>
              <a:t>Red: Heaters</a:t>
            </a:r>
          </a:p>
          <a:p>
            <a:r>
              <a:rPr lang="en-SG" dirty="0"/>
              <a:t>Black: Insulation jackets to prevent heat propagation</a:t>
            </a:r>
          </a:p>
          <a:p>
            <a:r>
              <a:rPr lang="en-SG" dirty="0"/>
              <a:t>Yellow: Thermocouples (T1 – T21)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1C2D9D5-B2D6-5574-E62A-070823DE69D4}"/>
              </a:ext>
            </a:extLst>
          </p:cNvPr>
          <p:cNvGrpSpPr>
            <a:grpSpLocks noChangeAspect="1"/>
          </p:cNvGrpSpPr>
          <p:nvPr/>
        </p:nvGrpSpPr>
        <p:grpSpPr>
          <a:xfrm>
            <a:off x="749235" y="75095"/>
            <a:ext cx="10693529" cy="4407061"/>
            <a:chOff x="369116" y="291404"/>
            <a:chExt cx="10693529" cy="4407061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156946F-33AC-0E71-2682-B1BBB4330418}"/>
                </a:ext>
              </a:extLst>
            </p:cNvPr>
            <p:cNvGrpSpPr/>
            <p:nvPr/>
          </p:nvGrpSpPr>
          <p:grpSpPr>
            <a:xfrm>
              <a:off x="1129355" y="291404"/>
              <a:ext cx="9933290" cy="4407061"/>
              <a:chOff x="796411" y="1356850"/>
              <a:chExt cx="9933290" cy="4407061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E6E2BF4-9E54-2680-55FE-0321792FB12F}"/>
                  </a:ext>
                </a:extLst>
              </p:cNvPr>
              <p:cNvGrpSpPr/>
              <p:nvPr/>
            </p:nvGrpSpPr>
            <p:grpSpPr>
              <a:xfrm>
                <a:off x="796411" y="1356852"/>
                <a:ext cx="2005782" cy="4404851"/>
                <a:chOff x="796411" y="1356852"/>
                <a:chExt cx="2005782" cy="4404851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652568D9-3071-F7EE-4E46-37F4AF64CF72}"/>
                    </a:ext>
                  </a:extLst>
                </p:cNvPr>
                <p:cNvSpPr/>
                <p:nvPr/>
              </p:nvSpPr>
              <p:spPr>
                <a:xfrm>
                  <a:off x="855406" y="1356852"/>
                  <a:ext cx="1946787" cy="4404851"/>
                </a:xfrm>
                <a:prstGeom prst="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B830141-2CC1-6906-B1CB-87D1C810A69B}"/>
                    </a:ext>
                  </a:extLst>
                </p:cNvPr>
                <p:cNvSpPr/>
                <p:nvPr/>
              </p:nvSpPr>
              <p:spPr>
                <a:xfrm>
                  <a:off x="1113502" y="1514168"/>
                  <a:ext cx="1430594" cy="4247535"/>
                </a:xfrm>
                <a:prstGeom prst="rect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SG" dirty="0"/>
                    <a:t>C1</a:t>
                  </a:r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281FBBAD-2018-4774-FDA8-CF3280DF90E1}"/>
                    </a:ext>
                  </a:extLst>
                </p:cNvPr>
                <p:cNvSpPr/>
                <p:nvPr/>
              </p:nvSpPr>
              <p:spPr>
                <a:xfrm>
                  <a:off x="796411" y="3574025"/>
                  <a:ext cx="98323" cy="127819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4E243BD6-4579-7CB6-E2D6-8DE6AB468DFE}"/>
                    </a:ext>
                  </a:extLst>
                </p:cNvPr>
                <p:cNvSpPr/>
                <p:nvPr/>
              </p:nvSpPr>
              <p:spPr>
                <a:xfrm>
                  <a:off x="1779637" y="1450258"/>
                  <a:ext cx="98323" cy="127819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C5A4C769-ADF5-CD09-F353-00CA14EBA692}"/>
                    </a:ext>
                  </a:extLst>
                </p:cNvPr>
                <p:cNvSpPr/>
                <p:nvPr/>
              </p:nvSpPr>
              <p:spPr>
                <a:xfrm>
                  <a:off x="1054507" y="3559277"/>
                  <a:ext cx="98323" cy="127819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167C68FA-EED2-CACC-7DC7-2EAD8056CDFD}"/>
                    </a:ext>
                  </a:extLst>
                </p:cNvPr>
                <p:cNvSpPr/>
                <p:nvPr/>
              </p:nvSpPr>
              <p:spPr>
                <a:xfrm>
                  <a:off x="2494934" y="3574024"/>
                  <a:ext cx="98323" cy="127819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FBA18E82-9C30-6013-F383-7AE25BCAAEE8}"/>
                  </a:ext>
                </a:extLst>
              </p:cNvPr>
              <p:cNvGrpSpPr/>
              <p:nvPr/>
            </p:nvGrpSpPr>
            <p:grpSpPr>
              <a:xfrm>
                <a:off x="2761878" y="1356851"/>
                <a:ext cx="2005782" cy="4404851"/>
                <a:chOff x="3158607" y="1366681"/>
                <a:chExt cx="2005782" cy="4404851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625F4C1F-2B99-A0DE-1D87-258B64D7AE2D}"/>
                    </a:ext>
                  </a:extLst>
                </p:cNvPr>
                <p:cNvGrpSpPr/>
                <p:nvPr/>
              </p:nvGrpSpPr>
              <p:grpSpPr>
                <a:xfrm>
                  <a:off x="3158607" y="1366681"/>
                  <a:ext cx="2005782" cy="4404851"/>
                  <a:chOff x="796411" y="1356852"/>
                  <a:chExt cx="2005782" cy="4404851"/>
                </a:xfrm>
              </p:grpSpPr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5744AB81-3171-F4EE-8A68-A47F1DB79A34}"/>
                      </a:ext>
                    </a:extLst>
                  </p:cNvPr>
                  <p:cNvSpPr/>
                  <p:nvPr/>
                </p:nvSpPr>
                <p:spPr>
                  <a:xfrm>
                    <a:off x="855406" y="1356852"/>
                    <a:ext cx="1946787" cy="4404851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7625337F-FD75-BDF8-E96D-033172992CB5}"/>
                      </a:ext>
                    </a:extLst>
                  </p:cNvPr>
                  <p:cNvSpPr/>
                  <p:nvPr/>
                </p:nvSpPr>
                <p:spPr>
                  <a:xfrm>
                    <a:off x="1113502" y="1514168"/>
                    <a:ext cx="1430594" cy="4247535"/>
                  </a:xfrm>
                  <a:prstGeom prst="rect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SG" dirty="0"/>
                      <a:t>C2</a:t>
                    </a:r>
                  </a:p>
                </p:txBody>
              </p:sp>
              <p:sp>
                <p:nvSpPr>
                  <p:cNvPr id="14" name="Oval 13">
                    <a:extLst>
                      <a:ext uri="{FF2B5EF4-FFF2-40B4-BE49-F238E27FC236}">
                        <a16:creationId xmlns:a16="http://schemas.microsoft.com/office/drawing/2014/main" id="{50C44909-7966-B369-A227-BBBCB5272558}"/>
                      </a:ext>
                    </a:extLst>
                  </p:cNvPr>
                  <p:cNvSpPr/>
                  <p:nvPr/>
                </p:nvSpPr>
                <p:spPr>
                  <a:xfrm>
                    <a:off x="796411" y="3574025"/>
                    <a:ext cx="98323" cy="127819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E02ECCFB-7788-8CE7-E173-0022F8D4CA17}"/>
                      </a:ext>
                    </a:extLst>
                  </p:cNvPr>
                  <p:cNvSpPr/>
                  <p:nvPr/>
                </p:nvSpPr>
                <p:spPr>
                  <a:xfrm>
                    <a:off x="1779637" y="1450258"/>
                    <a:ext cx="98323" cy="127819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</p:grp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89584A7C-EC67-F4AF-FC11-9649FB07E79F}"/>
                    </a:ext>
                  </a:extLst>
                </p:cNvPr>
                <p:cNvSpPr/>
                <p:nvPr/>
              </p:nvSpPr>
              <p:spPr>
                <a:xfrm>
                  <a:off x="3473240" y="1523996"/>
                  <a:ext cx="98323" cy="4247535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2A444BD0-5642-CE0D-275E-66C2D8A637BE}"/>
                    </a:ext>
                  </a:extLst>
                </p:cNvPr>
                <p:cNvSpPr/>
                <p:nvPr/>
              </p:nvSpPr>
              <p:spPr>
                <a:xfrm>
                  <a:off x="3416703" y="3569106"/>
                  <a:ext cx="98323" cy="127819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 dirty="0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04A9DC15-266E-46DF-883C-3C450A6B4268}"/>
                    </a:ext>
                  </a:extLst>
                </p:cNvPr>
                <p:cNvSpPr/>
                <p:nvPr/>
              </p:nvSpPr>
              <p:spPr>
                <a:xfrm>
                  <a:off x="4815344" y="1523996"/>
                  <a:ext cx="98323" cy="4247535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B22F2A4C-A3C6-863F-CE32-38546A15A58E}"/>
                    </a:ext>
                  </a:extLst>
                </p:cNvPr>
                <p:cNvSpPr/>
                <p:nvPr/>
              </p:nvSpPr>
              <p:spPr>
                <a:xfrm>
                  <a:off x="4857130" y="3583853"/>
                  <a:ext cx="98323" cy="127819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55DF2BC5-36B6-0FEA-FFC0-D55E9C2386A0}"/>
                  </a:ext>
                </a:extLst>
              </p:cNvPr>
              <p:cNvGrpSpPr/>
              <p:nvPr/>
            </p:nvGrpSpPr>
            <p:grpSpPr>
              <a:xfrm>
                <a:off x="4729070" y="1356850"/>
                <a:ext cx="2005782" cy="4404851"/>
                <a:chOff x="4729070" y="1356850"/>
                <a:chExt cx="2005782" cy="4404851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F8865F02-3638-B0D1-318B-40985ABDB79F}"/>
                    </a:ext>
                  </a:extLst>
                </p:cNvPr>
                <p:cNvGrpSpPr/>
                <p:nvPr/>
              </p:nvGrpSpPr>
              <p:grpSpPr>
                <a:xfrm>
                  <a:off x="4788065" y="1356850"/>
                  <a:ext cx="1946787" cy="4404851"/>
                  <a:chOff x="855406" y="1356852"/>
                  <a:chExt cx="1946787" cy="4404851"/>
                </a:xfrm>
              </p:grpSpPr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4511F150-1316-C058-ECF6-DFC93B42C61A}"/>
                      </a:ext>
                    </a:extLst>
                  </p:cNvPr>
                  <p:cNvSpPr/>
                  <p:nvPr/>
                </p:nvSpPr>
                <p:spPr>
                  <a:xfrm>
                    <a:off x="855406" y="1356852"/>
                    <a:ext cx="1946787" cy="4404851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 dirty="0"/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04A15F5E-6394-F422-77E9-2D7781E758F7}"/>
                      </a:ext>
                    </a:extLst>
                  </p:cNvPr>
                  <p:cNvSpPr/>
                  <p:nvPr/>
                </p:nvSpPr>
                <p:spPr>
                  <a:xfrm>
                    <a:off x="1113502" y="1514168"/>
                    <a:ext cx="1430594" cy="4247535"/>
                  </a:xfrm>
                  <a:prstGeom prst="rect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SG" dirty="0"/>
                      <a:t>C3</a:t>
                    </a:r>
                  </a:p>
                </p:txBody>
              </p:sp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F33A1965-1B8A-53B6-96D2-7826C54FE62D}"/>
                      </a:ext>
                    </a:extLst>
                  </p:cNvPr>
                  <p:cNvSpPr/>
                  <p:nvPr/>
                </p:nvSpPr>
                <p:spPr>
                  <a:xfrm>
                    <a:off x="1779637" y="1450258"/>
                    <a:ext cx="98323" cy="127819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sp>
                <p:nvSpPr>
                  <p:cNvPr id="23" name="Oval 22">
                    <a:extLst>
                      <a:ext uri="{FF2B5EF4-FFF2-40B4-BE49-F238E27FC236}">
                        <a16:creationId xmlns:a16="http://schemas.microsoft.com/office/drawing/2014/main" id="{AC28F9F8-2B9A-2F0B-D4B4-129B1A16B703}"/>
                      </a:ext>
                    </a:extLst>
                  </p:cNvPr>
                  <p:cNvSpPr/>
                  <p:nvPr/>
                </p:nvSpPr>
                <p:spPr>
                  <a:xfrm>
                    <a:off x="1054507" y="3559277"/>
                    <a:ext cx="98323" cy="127819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022F3A18-E51F-8673-9BA0-0D4368757640}"/>
                      </a:ext>
                    </a:extLst>
                  </p:cNvPr>
                  <p:cNvSpPr/>
                  <p:nvPr/>
                </p:nvSpPr>
                <p:spPr>
                  <a:xfrm>
                    <a:off x="2494934" y="3574024"/>
                    <a:ext cx="98323" cy="127819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</p:grp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944C052-C86C-C258-E97A-A29998811148}"/>
                    </a:ext>
                  </a:extLst>
                </p:cNvPr>
                <p:cNvSpPr/>
                <p:nvPr/>
              </p:nvSpPr>
              <p:spPr>
                <a:xfrm>
                  <a:off x="4729070" y="3574023"/>
                  <a:ext cx="98323" cy="127819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D8764E14-1658-9639-E190-B4120F70A69F}"/>
                  </a:ext>
                </a:extLst>
              </p:cNvPr>
              <p:cNvGrpSpPr/>
              <p:nvPr/>
            </p:nvGrpSpPr>
            <p:grpSpPr>
              <a:xfrm>
                <a:off x="6691344" y="1359060"/>
                <a:ext cx="2005782" cy="4404851"/>
                <a:chOff x="6691344" y="1359060"/>
                <a:chExt cx="2005782" cy="4404851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30605057-1B29-285C-0D95-18965D6358F7}"/>
                    </a:ext>
                  </a:extLst>
                </p:cNvPr>
                <p:cNvGrpSpPr/>
                <p:nvPr/>
              </p:nvGrpSpPr>
              <p:grpSpPr>
                <a:xfrm>
                  <a:off x="6750339" y="1359060"/>
                  <a:ext cx="1946787" cy="4404851"/>
                  <a:chOff x="855406" y="1356852"/>
                  <a:chExt cx="1946787" cy="4404851"/>
                </a:xfrm>
              </p:grpSpPr>
              <p:sp>
                <p:nvSpPr>
                  <p:cNvPr id="26" name="Rectangle 25">
                    <a:extLst>
                      <a:ext uri="{FF2B5EF4-FFF2-40B4-BE49-F238E27FC236}">
                        <a16:creationId xmlns:a16="http://schemas.microsoft.com/office/drawing/2014/main" id="{DA663560-4883-D58A-0627-BB7499EC36F2}"/>
                      </a:ext>
                    </a:extLst>
                  </p:cNvPr>
                  <p:cNvSpPr/>
                  <p:nvPr/>
                </p:nvSpPr>
                <p:spPr>
                  <a:xfrm>
                    <a:off x="855406" y="1356852"/>
                    <a:ext cx="1946787" cy="4404851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4C11387B-C155-5EE1-8C15-BE90DBE10345}"/>
                      </a:ext>
                    </a:extLst>
                  </p:cNvPr>
                  <p:cNvSpPr/>
                  <p:nvPr/>
                </p:nvSpPr>
                <p:spPr>
                  <a:xfrm>
                    <a:off x="1113502" y="1514168"/>
                    <a:ext cx="1430594" cy="4247535"/>
                  </a:xfrm>
                  <a:prstGeom prst="rect">
                    <a:avLst/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SG" dirty="0"/>
                      <a:t>C4</a:t>
                    </a:r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9693CF55-B456-1EF9-B83B-001E72CF39F0}"/>
                      </a:ext>
                    </a:extLst>
                  </p:cNvPr>
                  <p:cNvSpPr/>
                  <p:nvPr/>
                </p:nvSpPr>
                <p:spPr>
                  <a:xfrm>
                    <a:off x="1779637" y="1450258"/>
                    <a:ext cx="98323" cy="127819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832A4C2F-4E6E-BF11-84DD-EC01B43039AF}"/>
                      </a:ext>
                    </a:extLst>
                  </p:cNvPr>
                  <p:cNvSpPr/>
                  <p:nvPr/>
                </p:nvSpPr>
                <p:spPr>
                  <a:xfrm>
                    <a:off x="1054507" y="3559277"/>
                    <a:ext cx="98323" cy="127819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3CAF79CA-CE16-77CB-A451-E5D71931FAA5}"/>
                      </a:ext>
                    </a:extLst>
                  </p:cNvPr>
                  <p:cNvSpPr/>
                  <p:nvPr/>
                </p:nvSpPr>
                <p:spPr>
                  <a:xfrm>
                    <a:off x="2494934" y="3574024"/>
                    <a:ext cx="98323" cy="127819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</p:grp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F81D83F7-6475-E61B-B3AD-3D8320FED046}"/>
                    </a:ext>
                  </a:extLst>
                </p:cNvPr>
                <p:cNvSpPr/>
                <p:nvPr/>
              </p:nvSpPr>
              <p:spPr>
                <a:xfrm>
                  <a:off x="6691344" y="3576233"/>
                  <a:ext cx="98323" cy="127819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6B8D7860-960A-C494-0C88-E5D54A2EF81E}"/>
                  </a:ext>
                </a:extLst>
              </p:cNvPr>
              <p:cNvGrpSpPr/>
              <p:nvPr/>
            </p:nvGrpSpPr>
            <p:grpSpPr>
              <a:xfrm>
                <a:off x="8650177" y="1356850"/>
                <a:ext cx="2079524" cy="4404851"/>
                <a:chOff x="8650177" y="1356850"/>
                <a:chExt cx="2079524" cy="4404851"/>
              </a:xfrm>
            </p:grpSpPr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51FD9BCA-6229-C205-9AAF-A5C31989B9D7}"/>
                    </a:ext>
                  </a:extLst>
                </p:cNvPr>
                <p:cNvGrpSpPr/>
                <p:nvPr/>
              </p:nvGrpSpPr>
              <p:grpSpPr>
                <a:xfrm>
                  <a:off x="8709172" y="1356850"/>
                  <a:ext cx="2020529" cy="4404851"/>
                  <a:chOff x="9018643" y="1371596"/>
                  <a:chExt cx="2020529" cy="4404851"/>
                </a:xfrm>
              </p:grpSpPr>
              <p:grpSp>
                <p:nvGrpSpPr>
                  <p:cNvPr id="32" name="Group 31">
                    <a:extLst>
                      <a:ext uri="{FF2B5EF4-FFF2-40B4-BE49-F238E27FC236}">
                        <a16:creationId xmlns:a16="http://schemas.microsoft.com/office/drawing/2014/main" id="{0C445458-99C3-7E92-8B9A-69FAEEC6CF17}"/>
                      </a:ext>
                    </a:extLst>
                  </p:cNvPr>
                  <p:cNvGrpSpPr/>
                  <p:nvPr/>
                </p:nvGrpSpPr>
                <p:grpSpPr>
                  <a:xfrm>
                    <a:off x="9018643" y="1371596"/>
                    <a:ext cx="1946787" cy="4404851"/>
                    <a:chOff x="855406" y="1356852"/>
                    <a:chExt cx="1946787" cy="4404851"/>
                  </a:xfrm>
                </p:grpSpPr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1F47105A-D6D7-507B-C9FF-F0F3C98276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5406" y="1356852"/>
                      <a:ext cx="1946787" cy="4404851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SG"/>
                    </a:p>
                  </p:txBody>
                </p:sp>
                <p:sp>
                  <p:nvSpPr>
                    <p:cNvPr id="34" name="Rectangle 33">
                      <a:extLst>
                        <a:ext uri="{FF2B5EF4-FFF2-40B4-BE49-F238E27FC236}">
                          <a16:creationId xmlns:a16="http://schemas.microsoft.com/office/drawing/2014/main" id="{7FB8D9BB-B1CD-3D4A-2F15-E60CCEF0E8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3502" y="1514168"/>
                      <a:ext cx="1430594" cy="4247535"/>
                    </a:xfrm>
                    <a:prstGeom prst="rect">
                      <a:avLst/>
                    </a:prstGeom>
                    <a:solidFill>
                      <a:schemeClr val="tx2">
                        <a:lumMod val="50000"/>
                        <a:lumOff val="5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SG" dirty="0"/>
                        <a:t>C5</a:t>
                      </a:r>
                    </a:p>
                  </p:txBody>
                </p:sp>
                <p:sp>
                  <p:nvSpPr>
                    <p:cNvPr id="36" name="Oval 35">
                      <a:extLst>
                        <a:ext uri="{FF2B5EF4-FFF2-40B4-BE49-F238E27FC236}">
                          <a16:creationId xmlns:a16="http://schemas.microsoft.com/office/drawing/2014/main" id="{58D4432A-5209-5CA4-B4EE-38FC31A452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79637" y="1450258"/>
                      <a:ext cx="98323" cy="127819"/>
                    </a:xfrm>
                    <a:prstGeom prst="ellipse">
                      <a:avLst/>
                    </a:prstGeom>
                    <a:solidFill>
                      <a:srgbClr val="FFFF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SG"/>
                    </a:p>
                  </p:txBody>
                </p:sp>
                <p:sp>
                  <p:nvSpPr>
                    <p:cNvPr id="37" name="Oval 36">
                      <a:extLst>
                        <a:ext uri="{FF2B5EF4-FFF2-40B4-BE49-F238E27FC236}">
                          <a16:creationId xmlns:a16="http://schemas.microsoft.com/office/drawing/2014/main" id="{6A1B0613-5501-4CAD-B0D7-E371436748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4507" y="3559277"/>
                      <a:ext cx="98323" cy="127819"/>
                    </a:xfrm>
                    <a:prstGeom prst="ellipse">
                      <a:avLst/>
                    </a:prstGeom>
                    <a:solidFill>
                      <a:srgbClr val="FFFF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SG"/>
                    </a:p>
                  </p:txBody>
                </p:sp>
                <p:sp>
                  <p:nvSpPr>
                    <p:cNvPr id="38" name="Oval 37">
                      <a:extLst>
                        <a:ext uri="{FF2B5EF4-FFF2-40B4-BE49-F238E27FC236}">
                          <a16:creationId xmlns:a16="http://schemas.microsoft.com/office/drawing/2014/main" id="{63DBE277-421F-0D2B-9E40-7102506DD1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4934" y="3574024"/>
                      <a:ext cx="98323" cy="127819"/>
                    </a:xfrm>
                    <a:prstGeom prst="ellipse">
                      <a:avLst/>
                    </a:prstGeom>
                    <a:solidFill>
                      <a:srgbClr val="FFFF0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SG"/>
                    </a:p>
                  </p:txBody>
                </p:sp>
              </p:grp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86EBE3B3-621B-2EDC-AEF6-E1F6F7128451}"/>
                      </a:ext>
                    </a:extLst>
                  </p:cNvPr>
                  <p:cNvSpPr/>
                  <p:nvPr/>
                </p:nvSpPr>
                <p:spPr>
                  <a:xfrm>
                    <a:off x="10940849" y="3588768"/>
                    <a:ext cx="98323" cy="127819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</p:grp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66F17DBA-6088-2A5D-3C18-094405693F2A}"/>
                    </a:ext>
                  </a:extLst>
                </p:cNvPr>
                <p:cNvSpPr/>
                <p:nvPr/>
              </p:nvSpPr>
              <p:spPr>
                <a:xfrm>
                  <a:off x="8650177" y="3574023"/>
                  <a:ext cx="98323" cy="127819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95DBD27-ED98-BA70-B294-2059EA22315A}"/>
                </a:ext>
              </a:extLst>
            </p:cNvPr>
            <p:cNvSpPr txBox="1"/>
            <p:nvPr/>
          </p:nvSpPr>
          <p:spPr>
            <a:xfrm>
              <a:off x="369116" y="2493829"/>
              <a:ext cx="448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T1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397A1749-F3D7-248A-30CF-3127A5D3AB95}"/>
                </a:ext>
              </a:extLst>
            </p:cNvPr>
            <p:cNvCxnSpPr>
              <a:stCxn id="55" idx="3"/>
              <a:endCxn id="6" idx="3"/>
            </p:cNvCxnSpPr>
            <p:nvPr/>
          </p:nvCxnSpPr>
          <p:spPr>
            <a:xfrm flipV="1">
              <a:off x="817181" y="2617679"/>
              <a:ext cx="326573" cy="6081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CA81305-120E-7223-DEEA-0880F46B3D7C}"/>
                </a:ext>
              </a:extLst>
            </p:cNvPr>
            <p:cNvSpPr txBox="1"/>
            <p:nvPr/>
          </p:nvSpPr>
          <p:spPr>
            <a:xfrm>
              <a:off x="534205" y="3112329"/>
              <a:ext cx="448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T2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9270EE9-43E6-9717-84D8-43C4572E7EFB}"/>
                </a:ext>
              </a:extLst>
            </p:cNvPr>
            <p:cNvCxnSpPr>
              <a:cxnSpLocks/>
              <a:stCxn id="58" idx="3"/>
              <a:endCxn id="8" idx="3"/>
            </p:cNvCxnSpPr>
            <p:nvPr/>
          </p:nvCxnSpPr>
          <p:spPr>
            <a:xfrm flipV="1">
              <a:off x="982270" y="2602931"/>
              <a:ext cx="419580" cy="694064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FCB5DFB-5D4C-B2D5-C0C7-92475CB2693C}"/>
                </a:ext>
              </a:extLst>
            </p:cNvPr>
            <p:cNvSpPr txBox="1"/>
            <p:nvPr/>
          </p:nvSpPr>
          <p:spPr>
            <a:xfrm>
              <a:off x="1540597" y="652946"/>
              <a:ext cx="448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T3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FE0CF7CD-21D2-94C7-179C-C33AC9F4184B}"/>
                </a:ext>
              </a:extLst>
            </p:cNvPr>
            <p:cNvCxnSpPr>
              <a:cxnSpLocks/>
              <a:stCxn id="61" idx="3"/>
              <a:endCxn id="7" idx="4"/>
            </p:cNvCxnSpPr>
            <p:nvPr/>
          </p:nvCxnSpPr>
          <p:spPr>
            <a:xfrm flipV="1">
              <a:off x="1988662" y="512631"/>
              <a:ext cx="173081" cy="32498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A52D5ED-6A27-F55C-EDF5-171BB947E65C}"/>
                </a:ext>
              </a:extLst>
            </p:cNvPr>
            <p:cNvSpPr txBox="1"/>
            <p:nvPr/>
          </p:nvSpPr>
          <p:spPr>
            <a:xfrm>
              <a:off x="2120959" y="2863161"/>
              <a:ext cx="448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T4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7285A34C-3768-1801-32CF-2C160D0E890A}"/>
                </a:ext>
              </a:extLst>
            </p:cNvPr>
            <p:cNvCxnSpPr>
              <a:cxnSpLocks/>
              <a:stCxn id="64" idx="3"/>
              <a:endCxn id="9" idx="3"/>
            </p:cNvCxnSpPr>
            <p:nvPr/>
          </p:nvCxnSpPr>
          <p:spPr>
            <a:xfrm flipV="1">
              <a:off x="2569024" y="2617678"/>
              <a:ext cx="273253" cy="430149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1BAD9EC-3986-538E-426E-D09D257500C1}"/>
                </a:ext>
              </a:extLst>
            </p:cNvPr>
            <p:cNvSpPr txBox="1"/>
            <p:nvPr/>
          </p:nvSpPr>
          <p:spPr>
            <a:xfrm>
              <a:off x="2390167" y="3293310"/>
              <a:ext cx="448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T5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213BBA01-21B8-3531-19B8-A56D57277D24}"/>
                </a:ext>
              </a:extLst>
            </p:cNvPr>
            <p:cNvCxnSpPr>
              <a:cxnSpLocks/>
              <a:stCxn id="67" idx="3"/>
              <a:endCxn id="14" idx="3"/>
            </p:cNvCxnSpPr>
            <p:nvPr/>
          </p:nvCxnSpPr>
          <p:spPr>
            <a:xfrm flipV="1">
              <a:off x="2838232" y="2617678"/>
              <a:ext cx="270989" cy="86029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B1DC69-BC1D-71F2-04C6-E9286C12FDD4}"/>
                </a:ext>
              </a:extLst>
            </p:cNvPr>
            <p:cNvSpPr txBox="1"/>
            <p:nvPr/>
          </p:nvSpPr>
          <p:spPr>
            <a:xfrm>
              <a:off x="3611650" y="2923978"/>
              <a:ext cx="448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T6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87164D4F-CD28-2C38-CF06-5498E839A62A}"/>
                </a:ext>
              </a:extLst>
            </p:cNvPr>
            <p:cNvCxnSpPr>
              <a:cxnSpLocks/>
              <a:stCxn id="70" idx="1"/>
              <a:endCxn id="42" idx="4"/>
            </p:cNvCxnSpPr>
            <p:nvPr/>
          </p:nvCxnSpPr>
          <p:spPr>
            <a:xfrm flipH="1" flipV="1">
              <a:off x="3402080" y="2621649"/>
              <a:ext cx="209570" cy="486995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033C0B8-53E6-ABF4-17CA-DF1E3E8D53DA}"/>
                </a:ext>
              </a:extLst>
            </p:cNvPr>
            <p:cNvSpPr txBox="1"/>
            <p:nvPr/>
          </p:nvSpPr>
          <p:spPr>
            <a:xfrm>
              <a:off x="3552382" y="640449"/>
              <a:ext cx="448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T7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8BEC6F43-9E52-4355-40C1-0670863FB477}"/>
                </a:ext>
              </a:extLst>
            </p:cNvPr>
            <p:cNvCxnSpPr>
              <a:cxnSpLocks/>
              <a:stCxn id="76" idx="3"/>
              <a:endCxn id="15" idx="4"/>
            </p:cNvCxnSpPr>
            <p:nvPr/>
          </p:nvCxnSpPr>
          <p:spPr>
            <a:xfrm flipV="1">
              <a:off x="4000447" y="512630"/>
              <a:ext cx="126763" cy="312485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AEE26AB-64AB-AB6A-B31D-1178073F349A}"/>
                </a:ext>
              </a:extLst>
            </p:cNvPr>
            <p:cNvSpPr txBox="1"/>
            <p:nvPr/>
          </p:nvSpPr>
          <p:spPr>
            <a:xfrm>
              <a:off x="4136172" y="1922624"/>
              <a:ext cx="448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T8</a:t>
              </a:r>
            </a:p>
          </p:txBody>
        </p: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B0AF8882-88AB-E95E-72C6-D4CCDD1F18F1}"/>
                </a:ext>
              </a:extLst>
            </p:cNvPr>
            <p:cNvCxnSpPr>
              <a:cxnSpLocks/>
              <a:stCxn id="79" idx="3"/>
              <a:endCxn id="44" idx="1"/>
            </p:cNvCxnSpPr>
            <p:nvPr/>
          </p:nvCxnSpPr>
          <p:spPr>
            <a:xfrm>
              <a:off x="4584237" y="2107290"/>
              <a:ext cx="223507" cy="42000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CBFC7E9-7141-0152-481C-3F39F1C67730}"/>
                </a:ext>
              </a:extLst>
            </p:cNvPr>
            <p:cNvSpPr txBox="1"/>
            <p:nvPr/>
          </p:nvSpPr>
          <p:spPr>
            <a:xfrm>
              <a:off x="4241358" y="3280813"/>
              <a:ext cx="4480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T9</a:t>
              </a:r>
            </a:p>
          </p:txBody>
        </p: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5B0A07BA-82FF-15DC-9CA4-7894214E3519}"/>
                </a:ext>
              </a:extLst>
            </p:cNvPr>
            <p:cNvCxnSpPr>
              <a:cxnSpLocks/>
              <a:stCxn id="82" idx="3"/>
              <a:endCxn id="47" idx="3"/>
            </p:cNvCxnSpPr>
            <p:nvPr/>
          </p:nvCxnSpPr>
          <p:spPr>
            <a:xfrm flipV="1">
              <a:off x="4689423" y="2617677"/>
              <a:ext cx="386990" cy="847802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BF04C5D-DD9A-4DC3-B0B0-2D49A3EC24E3}"/>
                </a:ext>
              </a:extLst>
            </p:cNvPr>
            <p:cNvSpPr txBox="1"/>
            <p:nvPr/>
          </p:nvSpPr>
          <p:spPr>
            <a:xfrm>
              <a:off x="5583069" y="2936475"/>
              <a:ext cx="541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T10</a:t>
              </a: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B8C69522-790E-58E1-3B10-B09DE996E05C}"/>
                </a:ext>
              </a:extLst>
            </p:cNvPr>
            <p:cNvCxnSpPr>
              <a:cxnSpLocks/>
              <a:stCxn id="90" idx="1"/>
            </p:cNvCxnSpPr>
            <p:nvPr/>
          </p:nvCxnSpPr>
          <p:spPr>
            <a:xfrm flipH="1" flipV="1">
              <a:off x="5373499" y="2634146"/>
              <a:ext cx="209570" cy="486995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86D261A-C80F-5BE7-17EC-975AF033F1C9}"/>
                </a:ext>
              </a:extLst>
            </p:cNvPr>
            <p:cNvSpPr txBox="1"/>
            <p:nvPr/>
          </p:nvSpPr>
          <p:spPr>
            <a:xfrm>
              <a:off x="5425071" y="652946"/>
              <a:ext cx="546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T11</a:t>
              </a:r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C0EE1507-0C86-2822-5B65-010F86683F89}"/>
                </a:ext>
              </a:extLst>
            </p:cNvPr>
            <p:cNvCxnSpPr>
              <a:cxnSpLocks/>
              <a:stCxn id="92" idx="3"/>
            </p:cNvCxnSpPr>
            <p:nvPr/>
          </p:nvCxnSpPr>
          <p:spPr>
            <a:xfrm flipV="1">
              <a:off x="5971867" y="525127"/>
              <a:ext cx="126762" cy="312485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DA76BE16-54C4-D447-78FE-D7E9B2FEF6FA}"/>
                </a:ext>
              </a:extLst>
            </p:cNvPr>
            <p:cNvSpPr txBox="1"/>
            <p:nvPr/>
          </p:nvSpPr>
          <p:spPr>
            <a:xfrm>
              <a:off x="6007571" y="1935121"/>
              <a:ext cx="5480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T12</a:t>
              </a:r>
            </a:p>
          </p:txBody>
        </p: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035D9D56-0C25-D6A6-91DE-C138C7F14A43}"/>
                </a:ext>
              </a:extLst>
            </p:cNvPr>
            <p:cNvCxnSpPr>
              <a:cxnSpLocks/>
              <a:stCxn id="94" idx="3"/>
            </p:cNvCxnSpPr>
            <p:nvPr/>
          </p:nvCxnSpPr>
          <p:spPr>
            <a:xfrm>
              <a:off x="6555657" y="2119787"/>
              <a:ext cx="223506" cy="42000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64BE682-113D-55A2-3B33-FC39BAA0BA98}"/>
                </a:ext>
              </a:extLst>
            </p:cNvPr>
            <p:cNvSpPr txBox="1"/>
            <p:nvPr/>
          </p:nvSpPr>
          <p:spPr>
            <a:xfrm>
              <a:off x="6112757" y="3293310"/>
              <a:ext cx="548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T13</a:t>
              </a:r>
            </a:p>
          </p:txBody>
        </p: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4E28B636-6EB1-75AF-1082-2AD65C19FDCA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 flipV="1">
              <a:off x="6660842" y="2630174"/>
              <a:ext cx="386990" cy="847802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771321B-D330-1E51-DE93-B2C408B8FEEF}"/>
                </a:ext>
              </a:extLst>
            </p:cNvPr>
            <p:cNvSpPr txBox="1"/>
            <p:nvPr/>
          </p:nvSpPr>
          <p:spPr>
            <a:xfrm>
              <a:off x="7538952" y="2923977"/>
              <a:ext cx="6297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T14</a:t>
              </a:r>
            </a:p>
          </p:txBody>
        </p: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E25F5313-8416-C6B3-57F8-F399DE05FAD4}"/>
                </a:ext>
              </a:extLst>
            </p:cNvPr>
            <p:cNvCxnSpPr>
              <a:cxnSpLocks/>
              <a:stCxn id="98" idx="1"/>
            </p:cNvCxnSpPr>
            <p:nvPr/>
          </p:nvCxnSpPr>
          <p:spPr>
            <a:xfrm flipH="1" flipV="1">
              <a:off x="7329382" y="2621648"/>
              <a:ext cx="209570" cy="486995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3D9B88E-645B-B093-0AAB-218435D29270}"/>
                </a:ext>
              </a:extLst>
            </p:cNvPr>
            <p:cNvSpPr txBox="1"/>
            <p:nvPr/>
          </p:nvSpPr>
          <p:spPr>
            <a:xfrm>
              <a:off x="7380708" y="640448"/>
              <a:ext cx="5470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T15</a:t>
              </a:r>
            </a:p>
          </p:txBody>
        </p: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B6E1803-3BC2-1C7B-CC38-939192425886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V="1">
              <a:off x="7927750" y="512629"/>
              <a:ext cx="126762" cy="312485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4BF2F74-735C-AA16-7A9D-EE912DB1D736}"/>
                </a:ext>
              </a:extLst>
            </p:cNvPr>
            <p:cNvSpPr txBox="1"/>
            <p:nvPr/>
          </p:nvSpPr>
          <p:spPr>
            <a:xfrm>
              <a:off x="7955716" y="1922623"/>
              <a:ext cx="555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T16</a:t>
              </a:r>
            </a:p>
          </p:txBody>
        </p: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F994CE8C-571E-295C-3A61-64E2974C8F8E}"/>
                </a:ext>
              </a:extLst>
            </p:cNvPr>
            <p:cNvCxnSpPr>
              <a:cxnSpLocks/>
              <a:stCxn id="102" idx="3"/>
            </p:cNvCxnSpPr>
            <p:nvPr/>
          </p:nvCxnSpPr>
          <p:spPr>
            <a:xfrm>
              <a:off x="8511540" y="2107289"/>
              <a:ext cx="223506" cy="42000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7033FFA-B1EC-5CB8-A4F8-F4644F35510B}"/>
                </a:ext>
              </a:extLst>
            </p:cNvPr>
            <p:cNvSpPr txBox="1"/>
            <p:nvPr/>
          </p:nvSpPr>
          <p:spPr>
            <a:xfrm>
              <a:off x="8060901" y="3280812"/>
              <a:ext cx="555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T17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873AD85A-A5F7-D500-FAB8-9FEECC90BC28}"/>
                </a:ext>
              </a:extLst>
            </p:cNvPr>
            <p:cNvCxnSpPr>
              <a:cxnSpLocks/>
              <a:stCxn id="104" idx="3"/>
            </p:cNvCxnSpPr>
            <p:nvPr/>
          </p:nvCxnSpPr>
          <p:spPr>
            <a:xfrm flipV="1">
              <a:off x="8616725" y="2617676"/>
              <a:ext cx="386990" cy="847802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A182869-9BBB-1CBC-C694-41625F57F134}"/>
                </a:ext>
              </a:extLst>
            </p:cNvPr>
            <p:cNvSpPr txBox="1"/>
            <p:nvPr/>
          </p:nvSpPr>
          <p:spPr>
            <a:xfrm>
              <a:off x="9516581" y="2923977"/>
              <a:ext cx="554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T18</a:t>
              </a:r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9249241A-9E31-2F5D-5A8B-8FE1C1C37280}"/>
                </a:ext>
              </a:extLst>
            </p:cNvPr>
            <p:cNvCxnSpPr>
              <a:cxnSpLocks/>
              <a:stCxn id="106" idx="1"/>
            </p:cNvCxnSpPr>
            <p:nvPr/>
          </p:nvCxnSpPr>
          <p:spPr>
            <a:xfrm flipH="1" flipV="1">
              <a:off x="9307011" y="2621648"/>
              <a:ext cx="209570" cy="486995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3409325-3F50-B1AE-D0C4-4080B2D6B664}"/>
                </a:ext>
              </a:extLst>
            </p:cNvPr>
            <p:cNvSpPr txBox="1"/>
            <p:nvPr/>
          </p:nvSpPr>
          <p:spPr>
            <a:xfrm>
              <a:off x="9358345" y="640448"/>
              <a:ext cx="5470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T19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231EE886-667A-1F7A-2719-DBB3B5B7C752}"/>
                </a:ext>
              </a:extLst>
            </p:cNvPr>
            <p:cNvCxnSpPr>
              <a:cxnSpLocks/>
              <a:stCxn id="108" idx="3"/>
            </p:cNvCxnSpPr>
            <p:nvPr/>
          </p:nvCxnSpPr>
          <p:spPr>
            <a:xfrm flipV="1">
              <a:off x="9905379" y="512629"/>
              <a:ext cx="126762" cy="312485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E9A1229-3932-6C89-68F6-1B759A71CE3A}"/>
                </a:ext>
              </a:extLst>
            </p:cNvPr>
            <p:cNvSpPr txBox="1"/>
            <p:nvPr/>
          </p:nvSpPr>
          <p:spPr>
            <a:xfrm>
              <a:off x="9900109" y="1922623"/>
              <a:ext cx="5890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T20</a:t>
              </a:r>
            </a:p>
          </p:txBody>
        </p: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A14D4459-02FA-D21F-C411-1292F747B5E9}"/>
                </a:ext>
              </a:extLst>
            </p:cNvPr>
            <p:cNvCxnSpPr>
              <a:cxnSpLocks/>
              <a:stCxn id="110" idx="3"/>
            </p:cNvCxnSpPr>
            <p:nvPr/>
          </p:nvCxnSpPr>
          <p:spPr>
            <a:xfrm>
              <a:off x="10489168" y="2107289"/>
              <a:ext cx="223507" cy="42000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4B85092-7332-EC3B-B96F-6084A86DFF87}"/>
                </a:ext>
              </a:extLst>
            </p:cNvPr>
            <p:cNvSpPr txBox="1"/>
            <p:nvPr/>
          </p:nvSpPr>
          <p:spPr>
            <a:xfrm>
              <a:off x="10039895" y="3280812"/>
              <a:ext cx="554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G" dirty="0"/>
                <a:t>T21</a:t>
              </a: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5828E7AC-1F32-625A-6CE5-70693FECA8BE}"/>
                </a:ext>
              </a:extLst>
            </p:cNvPr>
            <p:cNvCxnSpPr>
              <a:cxnSpLocks/>
              <a:stCxn id="112" idx="3"/>
            </p:cNvCxnSpPr>
            <p:nvPr/>
          </p:nvCxnSpPr>
          <p:spPr>
            <a:xfrm flipV="1">
              <a:off x="10594355" y="2617676"/>
              <a:ext cx="386989" cy="847802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173A84BD-F592-F067-C6EA-9229A5CCABDE}"/>
              </a:ext>
            </a:extLst>
          </p:cNvPr>
          <p:cNvSpPr txBox="1"/>
          <p:nvPr/>
        </p:nvSpPr>
        <p:spPr>
          <a:xfrm>
            <a:off x="5749390" y="4651046"/>
            <a:ext cx="5949522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Heater is placed directly on C2 without thermocouples between battery and heater. C2 is the trigger cell.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T1 and T21 are placed between the outer insulation jacket and air.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T2, T4, T10, T12, T14, T16, T18 and T20 are placed between insulation jacket and the battery cells.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T6 and T8 are in direct contact with the heater and insulation jacket.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T3, T7, T11, T15, T19 are placed on the safety vent of each battery cells.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/>
              <a:t>T5, T9, T13 and T17 are placed between insulation jackets of each battery cells. </a:t>
            </a:r>
          </a:p>
        </p:txBody>
      </p:sp>
    </p:spTree>
    <p:extLst>
      <p:ext uri="{BB962C8B-B14F-4D97-AF65-F5344CB8AC3E}">
        <p14:creationId xmlns:p14="http://schemas.microsoft.com/office/powerpoint/2010/main" val="220870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160</Words>
  <Application>Microsoft Office PowerPoint</Application>
  <PresentationFormat>Widescreen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Chong Teck, TOH</dc:creator>
  <cp:lastModifiedBy>Chong Teck, TOH</cp:lastModifiedBy>
  <cp:revision>3</cp:revision>
  <dcterms:created xsi:type="dcterms:W3CDTF">2026-05-13T08:29:59Z</dcterms:created>
  <dcterms:modified xsi:type="dcterms:W3CDTF">2026-05-13T08:53:17Z</dcterms:modified>
</cp:coreProperties>
</file>